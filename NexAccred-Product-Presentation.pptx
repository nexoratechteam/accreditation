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NexAccred answers one question continuously rather than periodically: are we ready for the Accreditation Body assessment?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Losing accreditation is existential — it invalidates every certificate issued under that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Competitors tell you what documents you have. NexAccred tells you whether you would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has no stored column. It is the traversal result of the requirement graph at query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are configurable per CAB in the Readiness Methodology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Two-step scheme creation: Register creates a visible Draft; Configure completes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role gets its own dashboard, not a trimmed copy of one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Workload is viewable per scheme — of 746 applications in review, how many are ISO 27001.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AI-sourced content is visually distinct — violet — from system-of-record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1-2 deliver the core differentiator; 3-4 complete the operating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chosen so each is observable in the product itself, not self-reported.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major screen answers at least one of these five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716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148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NEXACCRED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13232" y="3063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Compliance &amp; Readiness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3977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 Accreditation Body comes tomorrow, are we ready?"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  ·  For Conformity Assessment Bodies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CABs cannot answer this on any given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17282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scattered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25880" y="20574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drives, email, spreadsheets. Nobody knows what is missing until the assessor asks.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72768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95160" y="17282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is reactive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95160" y="20574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weeks before a visit — too late to fix gaps properly.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218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32095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is treated as proof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25880" y="353872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Expired, unapproved, or unimplemented documents pass unnoticed.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054096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3218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95160" y="32095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 lapses silently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95160" y="353872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scheme becomes non-compliant when its only qualified lead auditor expires.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35424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7000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25880" y="4690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schemes need a developer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25880" y="502005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lags behind the accreditation reality it models.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535424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47000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95160" y="4690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obligations live in memory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95160" y="502005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mandatory AB requirement goes unmet until the visit itself.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readiness engine, not another compliance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management system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 checklist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audit management tool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that connects the full accreditation chain and continuously answers: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8803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ready?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not ready?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proves compliance?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fix first?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→ Scheme → Process → Personnel → Competence → Document → Evidence → Implementation → Assessment → Finding → CAPA → Risk → Readiness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is computed, never stored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Weighted score across 8 pillars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56816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848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52244" y="1956816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52244" y="20848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952244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55848" y="1956816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20848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55848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9452" y="1956816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9452" y="20848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59452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63056" y="1956816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20848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63056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66660" y="1956816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6660" y="20848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66660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70264" y="1956816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0264" y="20848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970264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373868" y="1956816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73868" y="20848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373868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28712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and thresholds are configurable in the UI — not hard-coded.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33101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Blocking rules can only push the band DOWN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3694176"/>
            <a:ext cx="2688336" cy="932688"/>
          </a:xfrm>
          <a:prstGeom prst="roundRect">
            <a:avLst>
              <a:gd name="adj" fmla="val 784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critical gap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at Ready with Risks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74136" y="3694176"/>
            <a:ext cx="2688336" cy="932688"/>
          </a:xfrm>
          <a:prstGeom prst="roundRect">
            <a:avLst>
              <a:gd name="adj" fmla="val 784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38728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critical gaps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38728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at Not Yet Ready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99632" y="3694176"/>
            <a:ext cx="2688336" cy="932688"/>
          </a:xfrm>
          <a:prstGeom prst="roundRect">
            <a:avLst>
              <a:gd name="adj" fmla="val 784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 &lt; 60%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64224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at Not Yet Ready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25128" y="3694176"/>
            <a:ext cx="2688336" cy="932688"/>
          </a:xfrm>
          <a:prstGeom prst="roundRect">
            <a:avLst>
              <a:gd name="adj" fmla="val 784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89720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outstanding, &lt;30 days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8972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at Not Yet Ready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486460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B1F4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50292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90% weighted score with an open critical gap reads "Ready with Risks" — never "Ready".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68680" y="53675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guarantee that a strong average can never hide a critical failure.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READINESS READS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bands, one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0824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1865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2185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993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pass an assessment tomorrow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081528"/>
            <a:ext cx="256032" cy="25603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2926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WITH RISKS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– 89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05409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likely pass, with findings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1304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142232"/>
            <a:ext cx="256032" cy="25603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39867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READY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306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74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411480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gaps; assessment would go badly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7375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5202936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5047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1872" y="5367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517550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not host an assessment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developer required, by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"ISO 27001 module". Standards and schemes are configuration objects — the same engine serves every scheme, present and future.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51460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4140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Bodies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7249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KAN, UKAS, ANAB, JAS-ANZ — one CAB, many ABs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212848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251460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59168" y="24140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59168" y="27249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17021-1, 17020, 17024, 17065, 17029, 27006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19856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721608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89888" y="36210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39319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Draft, then configure in 10 steps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419856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3721608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59168" y="36210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9168" y="39319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by clause, owned by Head of Accreditation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626864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928616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928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89888" y="4828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document types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89888" y="51389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exist, vs what does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4626864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3952" y="4928616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4928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59168" y="4828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weights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59168" y="51389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weights and band thresholds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9070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test:  a Head of Accreditation adds a new scheme end-to-end without a ticket, a deployment, or a developer.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roles, six purpose-built experiences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47872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293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Accreditation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24414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readiness end-to-end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nav items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47872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19293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Staff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81144" y="24414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admin and tasks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81144" y="2880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nav items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1691640"/>
            <a:ext cx="3547872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9293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57616" y="24414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internal assessment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57616" y="2880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nav items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547872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7581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42702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evidence, pack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" y="47091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nav items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520440"/>
            <a:ext cx="3547872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1144" y="37581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Impartiality Committee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81144" y="42702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declarations only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81144" y="47091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nav items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01584" y="3520440"/>
            <a:ext cx="3547872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616" y="37581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57616" y="42702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integrations only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57616" y="47091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nav items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61441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duties:  the System Administrator has ZERO access to accreditation bodies, schemes, standards, requirements, or evidence.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591616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defines the rules (Head of Accreditation) is deliberately distinct from who manages system access (IT).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 not duplicate the system of record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AUDIT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operations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review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scheduling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execution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review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issuance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competency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5F1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65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NEXACCRED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judgement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&amp; scheme config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compliance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computation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witness tracking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CAPA, risk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0" y="3246120"/>
            <a:ext cx="292608" cy="384048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domains synced read-only  ·  NexAccred never writes back  ·  Synced screens clearly marked with last-sync time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grounded in the compliance graph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generic chatbot. Every answer cites its source requirement, document, or evidence record.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5F1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04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Assistant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6243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the requirements for ISO 27701 accreditation?"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121408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5F1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2304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3952" y="26243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we compliant with ISO 27701?"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5F1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Simulator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" y="38130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an AB assessor and assess our ISO 27001 process."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310128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5F1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3952" y="38130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this standard changes, what is affected?"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498848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5F1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681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Advisor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50017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management fix first before the visit?"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498848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5F1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4681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Finder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73952" y="50017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evidence for competence requirements."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7607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9436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decision-making. It never makes a formal accreditation compliance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in four phases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88336" cy="4114800"/>
          </a:xfrm>
          <a:prstGeom prst="roundRect">
            <a:avLst>
              <a:gd name="adj" fmla="val 2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688336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944368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/ standard / scheme config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library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matrix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4136" y="1691640"/>
            <a:ext cx="2688336" cy="4114800"/>
          </a:xfrm>
          <a:prstGeom prst="roundRect">
            <a:avLst>
              <a:gd name="adj" fmla="val 2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74136" y="1691640"/>
            <a:ext cx="2688336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69164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93592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Engine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93592" y="2944368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8-pillar computation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rules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config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drill-down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1691640"/>
            <a:ext cx="2688336" cy="4114800"/>
          </a:xfrm>
          <a:prstGeom prst="roundRect">
            <a:avLst>
              <a:gd name="adj" fmla="val 2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691640"/>
            <a:ext cx="2688336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69164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9088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Assurance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19088" y="2944368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schedule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tracking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wizard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/ CAPA / tasks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25128" y="1691640"/>
            <a:ext cx="2688336" cy="4114800"/>
          </a:xfrm>
          <a:prstGeom prst="roundRect">
            <a:avLst>
              <a:gd name="adj" fmla="val 2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5128" y="1691640"/>
            <a:ext cx="2688336" cy="475488"/>
          </a:xfrm>
          <a:prstGeom prst="roundRect">
            <a:avLst>
              <a:gd name="adj" fmla="val 1153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25128" y="169164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44584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Intelligence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44584" y="2944368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Audit sync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&amp; simulator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9339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60s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41248" y="27980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 "are we ready?"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31272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days of manual compilation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99339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90%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510528" y="27980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gaps found before the visit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0528" y="31272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during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14223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hr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41248" y="49469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a new scheme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52760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weeks of developer cycle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414223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510528" y="49469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 lapses reaching an assessment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0528" y="52760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unknown until the visit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answered continuously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 Accreditation Body comes tomorrow, are we ready?"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048256" cy="658368"/>
          </a:xfrm>
          <a:prstGeom prst="roundRect">
            <a:avLst>
              <a:gd name="adj" fmla="val 11111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97764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ready?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35808" y="3977640"/>
            <a:ext cx="2048256" cy="658368"/>
          </a:xfrm>
          <a:prstGeom prst="roundRect">
            <a:avLst>
              <a:gd name="adj" fmla="val 11111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5808" y="397764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not ready?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48656" y="3977640"/>
            <a:ext cx="2048256" cy="658368"/>
          </a:xfrm>
          <a:prstGeom prst="roundRect">
            <a:avLst>
              <a:gd name="adj" fmla="val 11111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48656" y="397764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proves compliance?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61504" y="3977640"/>
            <a:ext cx="2048256" cy="658368"/>
          </a:xfrm>
          <a:prstGeom prst="roundRect">
            <a:avLst>
              <a:gd name="adj" fmla="val 11111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61504" y="397764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risk?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74352" y="3977640"/>
            <a:ext cx="2048256" cy="658368"/>
          </a:xfrm>
          <a:prstGeom prst="roundRect">
            <a:avLst>
              <a:gd name="adj" fmla="val 11111"/>
            </a:avLst>
          </a:prstGeom>
          <a:solidFill>
            <a:srgbClr val="15306B"/>
          </a:solidFill>
          <a:ln w="12700">
            <a:solidFill>
              <a:srgbClr val="153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74352" y="3977640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fix first?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NEXACCRED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NexAccred — Accreditation Readiness Platform</dc:title>
  <dc:subject>PptxGenJS Presentation</dc:subject>
  <dc:creator>NexAccred</dc:creator>
  <cp:lastModifiedBy>NexAccred</cp:lastModifiedBy>
  <cp:revision>1</cp:revision>
  <dcterms:created xsi:type="dcterms:W3CDTF">2026-08-24T07:33:39Z</dcterms:created>
  <dcterms:modified xsi:type="dcterms:W3CDTF">2026-08-24T07:33:39Z</dcterms:modified>
</cp:coreProperties>
</file>